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45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004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1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80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03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72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805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88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483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01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9753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841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4260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532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441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118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70358-8311-465F-BF93-161BA507AE14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F155415-7F07-4195-95E8-266A5570BF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70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B28641-8534-4377-81F8-9FDFF1C89B66}"/>
              </a:ext>
            </a:extLst>
          </p:cNvPr>
          <p:cNvSpPr txBox="1"/>
          <p:nvPr/>
        </p:nvSpPr>
        <p:spPr>
          <a:xfrm>
            <a:off x="1643849" y="262293"/>
            <a:ext cx="95523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ПРОФЕССИОНАЛЬНОЕ ОБРАЗОВАТЕЛЬНО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ИРКУТСКОЙ ОБЛАСТИ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«АНГАРСКИЙ ТЕХНИКУМ СТРОИТЕЛЬНЫХ ТЕХНОЛОГИЙ»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5144FD-BDC2-45DC-BAB6-D7FFEFC879FC}"/>
              </a:ext>
            </a:extLst>
          </p:cNvPr>
          <p:cNvSpPr txBox="1"/>
          <p:nvPr/>
        </p:nvSpPr>
        <p:spPr>
          <a:xfrm>
            <a:off x="1643849" y="1901301"/>
            <a:ext cx="95523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«РАЗРАБОТКА ПРИЛОЖЕНИЯ ДЛЯ СКЛАДСКОГО УЧЕТА ГОТОВОЙ ПРОДУКЦИИ»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2512D0-284F-448B-BA56-CE549CE2BDB7}"/>
              </a:ext>
            </a:extLst>
          </p:cNvPr>
          <p:cNvSpPr txBox="1"/>
          <p:nvPr/>
        </p:nvSpPr>
        <p:spPr>
          <a:xfrm>
            <a:off x="4209495" y="3701988"/>
            <a:ext cx="4421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СУЩЕНКО С.А.</a:t>
            </a:r>
          </a:p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МЕРКУЛОВА С.В.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A8A84-B787-481F-95B6-EB500BCD7E76}"/>
              </a:ext>
            </a:extLst>
          </p:cNvPr>
          <p:cNvSpPr txBox="1"/>
          <p:nvPr/>
        </p:nvSpPr>
        <p:spPr>
          <a:xfrm>
            <a:off x="5066190" y="5850383"/>
            <a:ext cx="270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АНГАРСК, 2026</a:t>
            </a:r>
          </a:p>
        </p:txBody>
      </p:sp>
    </p:spTree>
    <p:extLst>
      <p:ext uri="{BB962C8B-B14F-4D97-AF65-F5344CB8AC3E}">
        <p14:creationId xmlns:p14="http://schemas.microsoft.com/office/powerpoint/2010/main" val="1463854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8F6A35-8484-4819-A60E-7ECA3B6E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61945"/>
            <a:ext cx="3461645" cy="803376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8D2E55-D757-49D3-85C5-8F27A9474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рабочих процессов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Упрощение процессов продаж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убытков</a:t>
            </a:r>
          </a:p>
        </p:txBody>
      </p:sp>
      <p:pic>
        <p:nvPicPr>
          <p:cNvPr id="2052" name="Picture 4" descr="Как написать актуальность курсовой работы? ☑️">
            <a:extLst>
              <a:ext uri="{FF2B5EF4-FFF2-40B4-BE49-F238E27FC236}">
                <a16:creationId xmlns:a16="http://schemas.microsoft.com/office/drawing/2014/main" id="{79F2538A-423C-4593-ADD8-12BC9BA09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841" b="92614" l="3497" r="96154">
                        <a14:foregroundMark x1="59441" y1="15909" x2="59441" y2="15909"/>
                        <a14:foregroundMark x1="58392" y1="3977" x2="58392" y2="3977"/>
                        <a14:foregroundMark x1="30769" y1="71591" x2="30769" y2="71591"/>
                        <a14:foregroundMark x1="11189" y1="82955" x2="11189" y2="82955"/>
                        <a14:foregroundMark x1="8741" y1="83523" x2="8741" y2="83523"/>
                        <a14:foregroundMark x1="5245" y1="84659" x2="5245" y2="84659"/>
                        <a14:foregroundMark x1="3497" y1="86364" x2="3497" y2="86364"/>
                        <a14:foregroundMark x1="10839" y1="89205" x2="10839" y2="89205"/>
                        <a14:foregroundMark x1="19231" y1="88636" x2="19231" y2="88636"/>
                        <a14:foregroundMark x1="30769" y1="88636" x2="30769" y2="88636"/>
                        <a14:foregroundMark x1="45455" y1="92614" x2="45455" y2="92614"/>
                        <a14:foregroundMark x1="61888" y1="89773" x2="61888" y2="89773"/>
                        <a14:foregroundMark x1="91958" y1="88068" x2="91958" y2="88068"/>
                        <a14:foregroundMark x1="96154" y1="88636" x2="96154" y2="886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753" y="1697854"/>
            <a:ext cx="3516390" cy="216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6449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C9EBA-8583-4367-8CC1-53FFBF6A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393" y="197981"/>
            <a:ext cx="4278391" cy="1115914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CA8B23-800D-4591-87B7-D3DBC138B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приложение для автоматизированного учета готовой продукции на складе»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Анализ, выявление проблем и требований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модулей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</a:t>
            </a:r>
          </a:p>
        </p:txBody>
      </p:sp>
      <p:pic>
        <p:nvPicPr>
          <p:cNvPr id="1030" name="Picture 6" descr="Актуальность дипломной работы | Научный Центр">
            <a:extLst>
              <a:ext uri="{FF2B5EF4-FFF2-40B4-BE49-F238E27FC236}">
                <a16:creationId xmlns:a16="http://schemas.microsoft.com/office/drawing/2014/main" id="{F8C2898E-B284-4620-9B59-46D09806D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61" b="88745" l="6320" r="93680">
                        <a14:foregroundMark x1="6691" y1="41558" x2="6691" y2="41558"/>
                        <a14:foregroundMark x1="71747" y1="10390" x2="71747" y2="10390"/>
                        <a14:foregroundMark x1="76208" y1="7792" x2="76208" y2="7792"/>
                        <a14:foregroundMark x1="75093" y1="6061" x2="75093" y2="6061"/>
                        <a14:foregroundMark x1="83643" y1="18182" x2="83643" y2="18182"/>
                        <a14:foregroundMark x1="84387" y1="19913" x2="84387" y2="19913"/>
                        <a14:foregroundMark x1="84387" y1="18615" x2="84758" y2="18182"/>
                        <a14:foregroundMark x1="87732" y1="36797" x2="87732" y2="36797"/>
                        <a14:foregroundMark x1="90335" y1="31169" x2="90335" y2="31169"/>
                        <a14:foregroundMark x1="90706" y1="30303" x2="90706" y2="30303"/>
                        <a14:foregroundMark x1="93680" y1="38095" x2="93680" y2="38095"/>
                        <a14:foregroundMark x1="85502" y1="20779" x2="85502" y2="20779"/>
                        <a14:foregroundMark x1="83643" y1="18615" x2="83643" y2="18615"/>
                        <a14:foregroundMark x1="83271" y1="18615" x2="83271" y2="18615"/>
                        <a14:foregroundMark x1="84387" y1="19048" x2="84387" y2="19048"/>
                        <a14:foregroundMark x1="29368" y1="72294" x2="29368" y2="72294"/>
                        <a14:foregroundMark x1="20818" y1="82251" x2="20818" y2="82251"/>
                        <a14:backgroundMark x1="19703" y1="85714" x2="19703" y2="857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286" y="3553980"/>
            <a:ext cx="2562225" cy="220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63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B34B0-047A-49B1-964D-F34A219A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80226"/>
            <a:ext cx="3577056" cy="6986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F3D5-6BCB-4733-910B-B13C304F4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Char char="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Веб-интерфейс</a:t>
            </a:r>
          </a:p>
          <a:p>
            <a:pPr>
              <a:buFont typeface="Wingdings 2" panose="05020102010507070707" pitchFamily="18" charset="2"/>
              <a:buChar char="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БД</a:t>
            </a:r>
          </a:p>
          <a:p>
            <a:pPr>
              <a:buFont typeface="Wingdings 2" panose="05020102010507070707" pitchFamily="18" charset="2"/>
              <a:buChar char="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</a:t>
            </a:r>
          </a:p>
        </p:txBody>
      </p:sp>
      <p:sp>
        <p:nvSpPr>
          <p:cNvPr id="5" name="AutoShape 4" descr="LARAGON - Add phpMyAdmin | KREAWEB">
            <a:extLst>
              <a:ext uri="{FF2B5EF4-FFF2-40B4-BE49-F238E27FC236}">
                <a16:creationId xmlns:a16="http://schemas.microsoft.com/office/drawing/2014/main" id="{88364FE0-11DE-4C40-8B14-E2486C085A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965960" cy="196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80" name="Picture 8" descr="Архивы PhpMyAdmin | ИТ Блог. Администрирование серверов на основе Linux  (Ubuntu, Debian, CentOS, openSUSE)">
            <a:extLst>
              <a:ext uri="{FF2B5EF4-FFF2-40B4-BE49-F238E27FC236}">
                <a16:creationId xmlns:a16="http://schemas.microsoft.com/office/drawing/2014/main" id="{906C2A6B-C2A8-42F2-BB21-DDEFDB01A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690" y="1322063"/>
            <a:ext cx="4762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03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B34B0-047A-49B1-964D-F34A219A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80226"/>
            <a:ext cx="3577056" cy="6986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кодом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F3D5-6BCB-4733-910B-B13C304F4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Char char="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Бесплатный и доступный</a:t>
            </a:r>
          </a:p>
          <a:p>
            <a:pPr>
              <a:buFont typeface="Wingdings 2" panose="05020102010507070707" pitchFamily="18" charset="2"/>
              <a:buChar char="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Богатый функционал </a:t>
            </a:r>
          </a:p>
          <a:p>
            <a:pPr>
              <a:buFont typeface="Wingdings 2" panose="05020102010507070707" pitchFamily="18" charset="2"/>
              <a:buChar char="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Развитое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автодополнение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Visual Studio Code — скачайте и установите в Windows | Microsoft Store">
            <a:extLst>
              <a:ext uri="{FF2B5EF4-FFF2-40B4-BE49-F238E27FC236}">
                <a16:creationId xmlns:a16="http://schemas.microsoft.com/office/drawing/2014/main" id="{7EC55DDE-FEA4-4592-B6C6-7D0028B99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4072" y="2133600"/>
            <a:ext cx="1236028" cy="123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914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B34B0-047A-49B1-964D-F34A219A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80226"/>
            <a:ext cx="3577056" cy="6986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Хостинг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F3D5-6BCB-4733-910B-B13C304F4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anose="05020102010507070707" pitchFamily="18" charset="2"/>
              <a:buChar char="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сайта</a:t>
            </a:r>
          </a:p>
          <a:p>
            <a:pPr>
              <a:buFont typeface="Wingdings 2" panose="05020102010507070707" pitchFamily="18" charset="2"/>
              <a:buChar char="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 ресурсов</a:t>
            </a:r>
          </a:p>
          <a:p>
            <a:pPr>
              <a:buFont typeface="Wingdings 2" panose="05020102010507070707" pitchFamily="18" charset="2"/>
              <a:buChar char="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Техподдержка</a:t>
            </a:r>
          </a:p>
        </p:txBody>
      </p:sp>
      <p:pic>
        <p:nvPicPr>
          <p:cNvPr id="5122" name="Picture 2" descr="Компания Hoster.ru – CNewsMarket">
            <a:extLst>
              <a:ext uri="{FF2B5EF4-FFF2-40B4-BE49-F238E27FC236}">
                <a16:creationId xmlns:a16="http://schemas.microsoft.com/office/drawing/2014/main" id="{987E35E0-2E7D-4C5A-A1B8-DB648D8DE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460" y="2133600"/>
            <a:ext cx="2667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90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B34B0-047A-49B1-964D-F34A219AA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80226"/>
            <a:ext cx="3577056" cy="69866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Подведение итогов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5EF3D5-6BCB-4733-910B-B13C304F4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были выполнены все поставленные задачи и цели</a:t>
            </a:r>
          </a:p>
        </p:txBody>
      </p:sp>
      <p:pic>
        <p:nvPicPr>
          <p:cNvPr id="6148" name="Picture 4" descr="Подведение итогов студенческого актива МБИ имени Анатолия Собчака">
            <a:extLst>
              <a:ext uri="{FF2B5EF4-FFF2-40B4-BE49-F238E27FC236}">
                <a16:creationId xmlns:a16="http://schemas.microsoft.com/office/drawing/2014/main" id="{0A04EC85-AE9F-4134-A16F-AF4D79750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722" y="3016529"/>
            <a:ext cx="4823187" cy="322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14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2DA866-7C47-4BAB-8FA7-98991A451379}"/>
              </a:ext>
            </a:extLst>
          </p:cNvPr>
          <p:cNvSpPr txBox="1"/>
          <p:nvPr/>
        </p:nvSpPr>
        <p:spPr>
          <a:xfrm>
            <a:off x="4209495" y="1855433"/>
            <a:ext cx="37730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</a:t>
            </a:r>
          </a:p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</a:p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ВНИМАНИЕ!</a:t>
            </a:r>
          </a:p>
        </p:txBody>
      </p:sp>
      <p:pic>
        <p:nvPicPr>
          <p:cNvPr id="7170" name="Picture 2" descr="спасибо за внимание смайлик на прозрачном фоне 30 фото">
            <a:extLst>
              <a:ext uri="{FF2B5EF4-FFF2-40B4-BE49-F238E27FC236}">
                <a16:creationId xmlns:a16="http://schemas.microsoft.com/office/drawing/2014/main" id="{9D790A59-FF63-40D3-BC71-6B33BCB2C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862" y="4264333"/>
            <a:ext cx="29622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534194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69</TotalTime>
  <Words>122</Words>
  <Application>Microsoft Office PowerPoint</Application>
  <PresentationFormat>Широкоэкранный</PresentationFormat>
  <Paragraphs>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 2</vt:lpstr>
      <vt:lpstr>Wingdings 3</vt:lpstr>
      <vt:lpstr>Легкий дым</vt:lpstr>
      <vt:lpstr>Презентация PowerPoint</vt:lpstr>
      <vt:lpstr>Актуальность</vt:lpstr>
      <vt:lpstr>Цели и задачи</vt:lpstr>
      <vt:lpstr>Работа с БД</vt:lpstr>
      <vt:lpstr>Работа с кодом</vt:lpstr>
      <vt:lpstr>Хостинг</vt:lpstr>
      <vt:lpstr>Подведение итогов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Student</cp:lastModifiedBy>
  <cp:revision>6</cp:revision>
  <dcterms:created xsi:type="dcterms:W3CDTF">2026-02-03T02:38:45Z</dcterms:created>
  <dcterms:modified xsi:type="dcterms:W3CDTF">2026-02-03T03:48:24Z</dcterms:modified>
</cp:coreProperties>
</file>